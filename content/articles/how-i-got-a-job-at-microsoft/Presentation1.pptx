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 varScale="1">
        <p:scale>
          <a:sx n="107" d="100"/>
          <a:sy n="107" d="100"/>
        </p:scale>
        <p:origin x="92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86939-DF78-0ED6-32F3-D650D4513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D8E370-9D20-E24D-D207-244E5ECA0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ECCA9-5F6A-8C94-0F49-72AEE0D95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330F-03EA-F84E-A512-7BEABFF2109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A86AD-51E5-E748-7DE8-0E999F24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7FDE8-A99C-8359-4F4B-823B4B626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78A8A-06DA-2041-9396-0DA9C2D03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39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7EAD5-8276-B6D4-BCF3-557BA1C81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8B21-0F6B-9582-DEF5-4EE431BDA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1FAFA-FB5A-85C5-8E54-395C90ABD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330F-03EA-F84E-A512-7BEABFF2109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55C6C-4621-B693-A4D5-4B9536172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1F397-CADA-8597-8543-3FC4E92BB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78A8A-06DA-2041-9396-0DA9C2D03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8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D1835-1FFB-699B-36E2-2B6DBFBD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819A9-3112-F1DC-8769-2B29853FA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E796A-D11F-8F8C-4F4A-C9A1F21E7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330F-03EA-F84E-A512-7BEABFF2109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EC485-912B-F9CC-1958-96A6D546D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CDCB5-9409-FFF7-71A5-D255E519D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78A8A-06DA-2041-9396-0DA9C2D03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64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D915D-CC23-7F2C-DDD7-1B974F14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9DF1B-074F-A154-8F92-8BEF5CFBB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12023-DD94-112F-4FCF-149AC3FDB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3180A-9EF5-D5E1-533A-1A2FFC0B9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330F-03EA-F84E-A512-7BEABFF2109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EB9A1-E608-307E-9BA9-1DFAB6C6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F7ECE-BB5C-6AE0-BE8B-4B01710B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78A8A-06DA-2041-9396-0DA9C2D03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301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A805D-3EEE-D7E4-0DBF-82CBB0664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9D897-3FAE-FADB-3E6F-5A287F055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4E5FE-E6EA-59C3-6144-4502D6C31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39CDEC-62F3-89F4-0B31-C495087E7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120C1F-DEC9-9610-A8F1-848640B1E6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D6D2F1-1062-7D30-59AE-C01F153BB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330F-03EA-F84E-A512-7BEABFF2109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0F884C-36F6-5732-92FF-DED9C95AB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1671CE-6185-3C92-87F1-B5B1B25C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78A8A-06DA-2041-9396-0DA9C2D03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69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210BA-4629-4E5D-B2B5-12B24C9B2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7149CC-6451-9CBE-CE00-9481719BC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330F-03EA-F84E-A512-7BEABFF2109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336B1B-C426-31F9-6E57-FCF2D23A6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06F67-8EF8-3CAB-827B-E639E96E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78A8A-06DA-2041-9396-0DA9C2D03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40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BC44B6-68C6-0B32-D358-049407B9F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330F-03EA-F84E-A512-7BEABFF2109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092E33-FD3B-1285-3F64-4B7FD6E63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85BC3-D8A7-C691-0460-3C3B9F1E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78A8A-06DA-2041-9396-0DA9C2D03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1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FF7B6-F8D1-F742-B13F-710433B79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E62AF-C7D3-A9E0-FC99-57E94FF36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194E1-4FCB-D538-68D8-E33B69BF5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5D757-1D9C-E02B-0FB0-0B71D3B3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330F-03EA-F84E-A512-7BEABFF2109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8902F-D942-5185-4913-97A532274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57954-0187-4B4C-08EA-0DF8EBA19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78A8A-06DA-2041-9396-0DA9C2D03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41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C934-5791-939B-4467-799E4D43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431D63-8E19-1E02-E46C-3AEE38BCE2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61B5F-9A1B-295A-B911-160FDCD5D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B4184-6D56-734F-A27E-3186783C2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330F-03EA-F84E-A512-7BEABFF2109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CEB16-7474-3C85-2BA5-E0E19AB6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BE679-BEA3-BB16-247E-B632F61C2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78A8A-06DA-2041-9396-0DA9C2D03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70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155C8-BF85-8CCF-7918-CA753131C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BCA02-30D7-C38C-BFC6-BA306A1DE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2A8E1-6803-F850-5B4F-C49E75622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330F-03EA-F84E-A512-7BEABFF2109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B12E2-E5F2-CF2C-D0CE-4A7BB8ECA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DA6F1-62FC-DB02-730F-94E1FDA4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78A8A-06DA-2041-9396-0DA9C2D03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94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65D0BB-20F0-150C-62F8-9DC8E0D6FC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5B491-4188-DA7C-4230-4B2F65931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2C9F1-FFF7-9A3E-2DF3-4E40134E7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330F-03EA-F84E-A512-7BEABFF2109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C7DE2-182C-2DFD-94BD-C12AF5104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16CD0-5981-BBCA-2E89-BE815B40E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78A8A-06DA-2041-9396-0DA9C2D03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4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6BAA6F-8C66-182D-3C98-095B5C7C8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82AD6-B287-06AA-0D68-269AD1249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F1C5F-4855-E7B5-BBEE-57EE92926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3330F-03EA-F84E-A512-7BEABFF2109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A60F6-0E99-43E1-BEAA-DC722CF54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DB9D4-9FF4-EF7C-45A5-DA3329605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78A8A-06DA-2041-9396-0DA9C2D03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1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BB165F13-0C37-1E62-477D-7DB01A060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000" y="0"/>
            <a:ext cx="4696748" cy="6858000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BA1AFDC-0EAD-08FE-04EA-D5F22D513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950000" cy="6858000"/>
          </a:xfrm>
          <a:prstGeom prst="rect">
            <a:avLst/>
          </a:prstGeom>
        </p:spPr>
      </p:pic>
      <p:sp>
        <p:nvSpPr>
          <p:cNvPr id="9" name="Circular Arrow 8">
            <a:extLst>
              <a:ext uri="{FF2B5EF4-FFF2-40B4-BE49-F238E27FC236}">
                <a16:creationId xmlns:a16="http://schemas.microsoft.com/office/drawing/2014/main" id="{E2729462-6BF7-F52E-BD20-08B180CDB629}"/>
              </a:ext>
            </a:extLst>
          </p:cNvPr>
          <p:cNvSpPr/>
          <p:nvPr/>
        </p:nvSpPr>
        <p:spPr>
          <a:xfrm>
            <a:off x="4191990" y="617517"/>
            <a:ext cx="1258784" cy="1472540"/>
          </a:xfrm>
          <a:prstGeom prst="circular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939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Johnston, Paul A</dc:creator>
  <cp:lastModifiedBy>Johnston, Paul A</cp:lastModifiedBy>
  <cp:revision>1</cp:revision>
  <dcterms:created xsi:type="dcterms:W3CDTF">2025-10-02T17:35:07Z</dcterms:created>
  <dcterms:modified xsi:type="dcterms:W3CDTF">2025-10-02T17:37:54Z</dcterms:modified>
</cp:coreProperties>
</file>